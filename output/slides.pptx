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manavt2005@gmail.com +91-7862847643 Ahmedabad, Gujarat, India Linkedin HackerRank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Passionate Machine Learning and NLP enthusiast with expertise in AI, deep learning, and intelligent systems. Proven track record in developing end-to-end ML solutions including computer vision models, NLP pipelines, 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04/2024 – 07/2024 TechCompose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Developed responsive web applications including a Weather App and Expense • Tracker using React.js, implementing component-based architecture and state management principles Designed and implemented RESTful API integrations with full CRUD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09/2022 – 06/2026 Bachelor of Technology in Artificial Intelligence &amp; Machine Learning Charotar University of Science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2019 – 2023 HSC: 82.39 Percentile SSC: 97.13 Percentile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manavt2005@gmail.com +91-7862847643 Ahmedabad, Gujarat, India Linkedin HackerRank</a:t>
            </a:r>
          </a:p>
          <a:p>
            <a:pPr>
              <a:defRPr sz="1800"/>
            </a:pP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Passionate Machine Learning and NLP enthusiast with expertise in AI, deep learning,</a:t>
            </a:r>
          </a:p>
          <a:p>
            <a:pPr>
              <a:defRPr sz="1800"/>
            </a:pPr>
            <a:r>
              <a:t>and intelligent systems. Proven track record in developing end-to-end ML solutions including</a:t>
            </a: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04/2024 – 07/2024 TechCompose</a:t>
            </a:r>
          </a:p>
          <a:p>
            <a:pPr>
              <a:defRPr sz="1800"/>
            </a:pP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Ahmedabad Frontend Developer Intern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Developed responsive web applications including a Weather App and Expense • Tracker</a:t>
            </a:r>
          </a:p>
          <a:p>
            <a:pPr>
              <a:defRPr sz="1800"/>
            </a:pPr>
            <a:r>
              <a:t>using React.js, implementing component-based architecture and state management principles Designed and implemented</a:t>
            </a: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09/2022 – 06/2026 Bachelor of Technology in Artificial Intelligence &amp; Machine Learning</a:t>
            </a:r>
          </a:p>
          <a:p>
            <a:pPr>
              <a:defRPr sz="1800"/>
            </a:pPr>
            <a:r>
              <a:t>Charotar University of Science and Technology</a:t>
            </a: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Cgpa: 8.70/10.0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2019 – 2023 HSC: 82.39 Percentile SSC: 97.13 Percentile</a:t>
            </a:r>
          </a:p>
          <a:p>
            <a:pPr>
              <a:defRPr sz="1800"/>
            </a:pPr>
          </a:p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